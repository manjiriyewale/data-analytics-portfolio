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Multi-Domain Data Analytics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Manjiri Yewale</a:t>
            </a:r>
          </a:p>
          <a:p>
            <a:r>
              <a:t>Domains: Education | Weather | Healthcare | Finance</a:t>
            </a:r>
          </a:p>
          <a:p>
            <a:r>
              <a:t>Tools: Python, Pandas, NumPy, Matplotlib</a:t>
            </a:r>
          </a:p>
          <a:p>
            <a:r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Aspiring Data Analyst</a:t>
            </a:r>
          </a:p>
          <a:p>
            <a:r>
              <a:t>• Strong foundation in Python &amp; Data Analysis</a:t>
            </a:r>
          </a:p>
          <a:p>
            <a:r>
              <a:t>• Skilled in Data Cleaning, EDA &amp; Visualization</a:t>
            </a:r>
          </a:p>
          <a:p>
            <a:r>
              <a:t>• Experienced in Multi-domain Data Analysis</a:t>
            </a:r>
          </a:p>
          <a:p>
            <a:r>
              <a:t>• This portfolio demonstrates structured analytical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— Education — Performance &amp; Attendance Analysis</a:t>
            </a:r>
          </a:p>
          <a:p>
            <a:r>
              <a:t>Weather — Climate — Seasonal Trend Analysis</a:t>
            </a:r>
          </a:p>
          <a:p>
            <a:r>
              <a:t>Healthcare — COVID — Case &amp; Death Rate Trends</a:t>
            </a:r>
          </a:p>
          <a:p>
            <a:r>
              <a:t>Finance — Stock Market — Volatility &amp; Returns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relationship between attendance and performance</a:t>
            </a:r>
          </a:p>
          <a:p>
            <a:r>
              <a:t>Dataset: Student academic dataset</a:t>
            </a:r>
          </a:p>
          <a:p>
            <a:r>
              <a:t>Cleaning: Handled missing values &amp; formatting issues</a:t>
            </a:r>
          </a:p>
          <a:p>
            <a:r>
              <a:t>Rows/Columns: Structured educational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Analysis —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• Attendance strongly impacts final scores</a:t>
            </a:r>
          </a:p>
          <a:p>
            <a:r>
              <a:t>• Subject-wise performance variation observed</a:t>
            </a:r>
          </a:p>
          <a:p>
            <a:r>
              <a:t>• Clear pass/fail rate distribution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Identify seasonal trends &amp; rainfall distribution</a:t>
            </a:r>
          </a:p>
          <a:p>
            <a:r>
              <a:t>Dataset: Historical weather data</a:t>
            </a:r>
          </a:p>
          <a:p>
            <a:r>
              <a:t>Cleaning: Date conversion &amp; aggregation</a:t>
            </a:r>
          </a:p>
          <a:p>
            <a:r>
              <a:t>Rows/Columns: Time-series climate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Data Analysis —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• Strong seasonal temperature patterns</a:t>
            </a:r>
          </a:p>
          <a:p>
            <a:r>
              <a:t>• Rainfall peaks during monsoon months</a:t>
            </a:r>
          </a:p>
          <a:p>
            <a:r>
              <a:t>• Extreme temperature spikes identified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COVID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case growth &amp; death rate trends</a:t>
            </a:r>
          </a:p>
          <a:p>
            <a:r>
              <a:t>Dataset: COVID time-series data</a:t>
            </a:r>
          </a:p>
          <a:p>
            <a:r>
              <a:t>Cleaning: Date conversion &amp; rate calculations</a:t>
            </a:r>
          </a:p>
          <a:p>
            <a:r>
              <a:t>Rows/Columns: Healthcare time-series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COVID Analysis —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• Multiple wave patterns observed</a:t>
            </a:r>
          </a:p>
          <a:p>
            <a:r>
              <a:t>• Death rate fluctuates during spikes</a:t>
            </a:r>
          </a:p>
          <a:p>
            <a:r>
              <a:t>• Recovery trends improve over time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Stock 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Study stock returns &amp; volatility</a:t>
            </a:r>
          </a:p>
          <a:p>
            <a:r>
              <a:t>Dataset: Historical stock market data</a:t>
            </a:r>
          </a:p>
          <a:p>
            <a:r>
              <a:t>Cleaning: Calculated returns &amp; rolling metrics</a:t>
            </a:r>
          </a:p>
          <a:p>
            <a:r>
              <a:t>Rows/Columns: Financial time-series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Stock Market Analysis —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• High volatility during uncertain periods</a:t>
            </a:r>
          </a:p>
          <a:p>
            <a:r>
              <a:t>• Long-term upward trend observed</a:t>
            </a:r>
          </a:p>
          <a:p>
            <a:r>
              <a:t>• Short-term fluctuations indicate risk behavior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Portfolio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Demonstrated adaptability across multiple domains</a:t>
            </a:r>
          </a:p>
          <a:p>
            <a:r>
              <a:t>• Applied time-series analysis in Weather &amp; Healthcare</a:t>
            </a:r>
          </a:p>
          <a:p>
            <a:r>
              <a:t>• Applied statistical comparison in Education</a:t>
            </a:r>
          </a:p>
          <a:p>
            <a:r>
              <a:t>• Applied volatility &amp; return analysis in Finance</a:t>
            </a:r>
          </a:p>
          <a:p>
            <a:r>
              <a:t>• Showcased structured, modular analytical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&amp; Preprocessing</a:t>
            </a:r>
          </a:p>
          <a:p>
            <a:r>
              <a:t>• Exploratory Data Analysis (EDA)</a:t>
            </a:r>
          </a:p>
          <a:p>
            <a:r>
              <a:t>• GroupBy &amp; Aggregation</a:t>
            </a:r>
          </a:p>
          <a:p>
            <a:r>
              <a:t>• Statistical Analysis</a:t>
            </a:r>
          </a:p>
          <a:p>
            <a:r>
              <a:t>• Time Series Analysis</a:t>
            </a:r>
          </a:p>
          <a:p>
            <a:r>
              <a:t>• Visualization &amp; Reporting</a:t>
            </a:r>
          </a:p>
          <a:p>
            <a:r>
              <a:t>• Code Optimization &amp; Modular Coding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Machine Learning predictions</a:t>
            </a:r>
          </a:p>
          <a:p>
            <a:r>
              <a:t>• Build interactive dashboard (Streamlit/Power BI)</a:t>
            </a:r>
          </a:p>
          <a:p>
            <a:r>
              <a:t>• Real-time data integration</a:t>
            </a:r>
          </a:p>
          <a:p>
            <a:r>
              <a:t>• Forecast modeling for trends</a:t>
            </a:r>
          </a:p>
          <a:p>
            <a:r>
              <a:t>• Deploy portfolio online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